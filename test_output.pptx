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Laporan MCSA &amp; Kondisi Equipment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MCSA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Ringkasan Kondisi Fleet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Standby: 19 Equipment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BC 10.1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BC 10.2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BC 5.2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BC 7.1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064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5 %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Lower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Rotorbar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Current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Voltage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&gt;5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Upper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BC 7.2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064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5 %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Lower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Rotorbar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Current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Voltage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&gt;5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Upper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BC 8.1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BC 8.2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CCWP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501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Current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Current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Current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Dev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5 %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Dev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5%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Lower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Real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41.368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Rotorbar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THD Current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THD Voltage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&gt;5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Upper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Voltage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Voltage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Voltage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38502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CCWP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501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Current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Current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Current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Dev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5 %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Dev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5%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Lower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-80.6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Real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Rotorbar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THD Current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THD Voltage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&gt;5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Upper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Voltage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Voltage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Voltage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38502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CONDENSATE PUMP 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064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5 %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Lower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Rotorbar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Current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Voltage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&gt;5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Upper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CONDENSATE PUMP 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501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Current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Current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Current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Dev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5 %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Dev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5%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Lower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Real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Rotorbar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THD Current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THD Voltage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&gt;5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Upper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Voltage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Voltage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Voltage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38502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CONDENSATE PUMP 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064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5 %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Lower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Rotorbar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load too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Current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Voltage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&gt;5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Upper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COOLING TOWER 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064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 (detect missalgnment)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5 %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Lower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-77.8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Rotorbar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Current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Voltage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&gt;5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Upper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CRUSHER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064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5 %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Lower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Rotorbar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Current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Voltage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&gt;5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Upper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CRUSHER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064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5 %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Lower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Rotorbar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Current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Voltage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&gt;5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Upper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RA FAN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064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5 %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Lower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-71.1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Rotorbar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Current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Voltage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&gt;5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Upper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-71.7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RA FAN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064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Current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5 %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Dev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Lower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Rotorbar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Current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THD Voltage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&gt;5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Upper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Voltage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WATER JET PUMP 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501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Bad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Current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Current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Current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Dev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5 %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Dev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5%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Lower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Real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Rotorbar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THD Current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THD Voltage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&gt;5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Upper Sideband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42 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Voltage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Voltage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38501">
                <a:tc>
                  <a:txBody>
                    <a:bodyPr/>
                    <a:lstStyle/>
                    <a:p>
                      <a:r>
                        <a:t>Voltage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350 V &amp; &gt; 424 V</a:t>
                      </a:r>
                    </a:p>
                  </a:txBody>
                  <a:tcPr/>
                </a:tc>
              </a:tr>
              <a:tr h="38502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Detail: WATER JET PUMP 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1371600" cy="457200"/>
          </a:xfrm>
          <a:prstGeom prst="rect">
            <a:avLst/>
          </a:prstGeom>
          <a:solidFill>
            <a:srgbClr val="C0C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4384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Terakhir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t>Kondisi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 Normal = Hijau </a:t>
                      </a:r>
                    </a:p>
                    <a:p>
                      <a:r>
                        <a:t>- Alarm = Kuning</a:t>
                      </a:r>
                    </a:p>
                    <a:p>
                      <a:r>
                        <a:t>- High = Merah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25%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